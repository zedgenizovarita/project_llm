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9727D-F91E-4116-B4A3-C9ADD2B7C83A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A180D-9200-4746-AB86-E379BCB50B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6079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F44AF-E9EE-EED8-1E14-969AABAED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4E7DF7-AF45-A192-87ED-E2F726FB8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B58D27-AA98-DD23-65B7-E142D297C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5BE24A-2464-6F28-30E6-2BED93F7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11A890-0E20-193A-ABC1-26A63246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90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37B941-0E77-6B50-5C03-36EB4D06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92B981-0A3C-838E-4F7F-EB3A38EF6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8AB4EB-5E72-94BD-4F2F-61F456F3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C16796-196D-5294-93FC-6D4E78C78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05DC20-B7D5-B1F3-2529-C537A971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37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36A8A7-10AD-60D4-0F1B-C1764066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3E780E-3050-A9DB-6A44-CBA3DE43FB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E66032-98B0-208F-51BC-66B3ADB9A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A861D1-9832-3EFE-6A97-E02BB9B2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08C283-B353-AE2D-5309-3CAB7A33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10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A0B8C9-3075-6D20-5A02-7720826E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17CA95-C3FD-0C6C-5C52-F4D605822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A7C5300-2B02-B3BB-D890-38EC59249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586098-0DAA-2AB5-94B7-03FA16A50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5914D5-71D8-A3F5-9343-907EE8F4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682E77C-A8E1-1596-CA44-56DBEBDCC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21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8B71D-5258-96EF-14E4-0C6825CDD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B95EB3-2B04-E98A-6891-B1BA0FD65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A079E0-8274-8889-AACA-39401016E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1E83BD5-A497-C490-F0A1-80211CDD0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C7ADD4-7A7F-1733-BF6F-EBDC525A6F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212A853-F598-92A9-A020-6A7A7FC0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72047E-E93E-EE59-46FC-26C11BC8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07492EF-33B3-47E6-EE48-44FEACCA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496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EE134-4A2F-C0F3-57D8-39471718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7727FEE-C035-C792-BBC0-9A7785058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710735-7119-A4BB-8F70-ADD05EAA0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CB9FBBF-8EBE-8FCC-8F86-1DB95BA3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3498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59DD74-FF2E-7691-1886-639D99E9C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8602F6C-6B40-05FD-8332-898E14023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83BE69-19D5-80A4-584F-F860A6724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4302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0373F-81D4-E889-6319-FBC40840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F40F27-AE8D-5CD6-BAA0-862CB6A2D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AB1057F-B48F-7409-49BD-3DAE11F5E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94B46A-4CAA-F42D-14F3-9176E9ED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B45E43-6D09-5859-DF70-9E61D4D1A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639590-4614-F3DA-65A5-B82E7003C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91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AA273-F4F3-0686-D4D4-CA260C56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3E43E95-B7F4-DD25-48AD-4D36A68F30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EF5AB7-D4FD-FF88-FBA1-64A8FA374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620DB3-B8DD-D70B-5B2C-0BA748483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82D8D9-42A4-039C-3581-001E5DA23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275709F-07F6-9D3A-C92F-76F3E0F3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6638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D6947F-B523-1025-4C48-33B94725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8EF6C90-2481-209D-DC67-4D74B6FB6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2E30C6-DCC9-C0B6-9E57-57C5876D2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613C4E-EFC6-6274-496D-1120C1271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60C450-B3FF-EE43-7A93-A9D3D8FBD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05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340C85D-4593-7323-B351-A8EC37F2B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DDF68C-B37B-FC2B-354B-D5FE9AC1B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EEF952-F5FC-CCA9-B168-7ED8CFD7E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64F24A-0A8B-F72E-5559-77FA6FAF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F840F8-4FBE-F675-92C6-A807872B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056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E7FF1-3923-6523-9712-843D51E44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B76CB6-3B77-FF2D-CB1E-69603B5E5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1B11ED-B977-4BC6-D3F6-79A58D040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AA5F4-FB80-4E40-8AB1-A644982A5A2D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CA9ADE-0295-A5E9-4CAB-F25B395158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7482C2-E9A1-F558-A0B9-DF9B1E55E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02564-F22F-4127-89C8-E529A497EE2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79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A245F5-4D41-FC11-23D2-3B70B68EDC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9971"/>
            <a:ext cx="9144000" cy="2387600"/>
          </a:xfrm>
        </p:spPr>
        <p:txBody>
          <a:bodyPr/>
          <a:lstStyle/>
          <a:p>
            <a:r>
              <a:rPr lang="ru-RU" dirty="0"/>
              <a:t>Финансовый помощник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7DB77B-5E00-E324-C4A2-5A6DB396EC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Анализатор транзакций с помощью </a:t>
            </a:r>
            <a:r>
              <a:rPr lang="en-US" dirty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7120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99117B-9519-C3F8-443E-D9385066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902" y="1"/>
            <a:ext cx="10515600" cy="1057388"/>
          </a:xfrm>
        </p:spPr>
        <p:txBody>
          <a:bodyPr/>
          <a:lstStyle/>
          <a:p>
            <a:r>
              <a:rPr lang="ru-RU" dirty="0"/>
              <a:t>Стартовая страница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43DD3B1-FC54-3865-5F20-B5F14DB1B6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983" y="824123"/>
            <a:ext cx="9780295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2F9937-453F-B88B-47C2-EBC4A9846E40}"/>
              </a:ext>
            </a:extLst>
          </p:cNvPr>
          <p:cNvSpPr txBox="1"/>
          <p:nvPr/>
        </p:nvSpPr>
        <p:spPr>
          <a:xfrm>
            <a:off x="716902" y="3834624"/>
            <a:ext cx="10952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Сервис ждёт загрузки </a:t>
            </a:r>
            <a:r>
              <a:rPr lang="en-US" dirty="0"/>
              <a:t>CSV</a:t>
            </a:r>
            <a:r>
              <a:rPr lang="ru-RU" dirty="0"/>
              <a:t>-файла с транзакциями. В файле должно быть 3 колонки: </a:t>
            </a:r>
            <a:r>
              <a:rPr lang="en-US" dirty="0"/>
              <a:t>date, description, amount. </a:t>
            </a:r>
          </a:p>
          <a:p>
            <a:r>
              <a:rPr lang="ru-RU" dirty="0"/>
              <a:t>Отрицательный </a:t>
            </a:r>
            <a:r>
              <a:rPr lang="en-US" dirty="0"/>
              <a:t>amount – </a:t>
            </a:r>
            <a:r>
              <a:rPr lang="ru-RU" dirty="0"/>
              <a:t>расход, положительный – доход. Пример входного файла: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3A7FC6-33BC-7637-3D76-655FBAA5BF36}"/>
              </a:ext>
            </a:extLst>
          </p:cNvPr>
          <p:cNvSpPr txBox="1"/>
          <p:nvPr/>
        </p:nvSpPr>
        <p:spPr>
          <a:xfrm>
            <a:off x="716902" y="4784050"/>
            <a:ext cx="35098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date,amount,description</a:t>
            </a:r>
            <a:endParaRPr lang="ru-RU" dirty="0"/>
          </a:p>
          <a:p>
            <a:r>
              <a:rPr lang="ru-RU" dirty="0"/>
              <a:t>2025-01-01,-300,Кофе в кафе</a:t>
            </a:r>
          </a:p>
          <a:p>
            <a:r>
              <a:rPr lang="ru-RU" dirty="0"/>
              <a:t>2025-01-02,-1500,Перевод маме</a:t>
            </a:r>
          </a:p>
          <a:p>
            <a:r>
              <a:rPr lang="ru-RU" dirty="0"/>
              <a:t>2025-01-03,8000,Стипендия</a:t>
            </a:r>
          </a:p>
          <a:p>
            <a:r>
              <a:rPr lang="ru-RU" dirty="0"/>
              <a:t>2025-01-04,-670,Такси</a:t>
            </a:r>
          </a:p>
        </p:txBody>
      </p:sp>
    </p:spTree>
    <p:extLst>
      <p:ext uri="{BB962C8B-B14F-4D97-AF65-F5344CB8AC3E}">
        <p14:creationId xmlns:p14="http://schemas.microsoft.com/office/powerpoint/2010/main" val="3220715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CA229-3585-4CD0-11E2-FC519E993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902" y="18256"/>
            <a:ext cx="10515600" cy="1064096"/>
          </a:xfrm>
        </p:spPr>
        <p:txBody>
          <a:bodyPr/>
          <a:lstStyle/>
          <a:p>
            <a:r>
              <a:rPr lang="ru-RU" dirty="0"/>
              <a:t>Загрузка файла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B1F2BF-ED1B-E5A4-F13C-839799FB5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4" y="912308"/>
            <a:ext cx="11400454" cy="50555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BFA786-2C5F-36A7-6FFD-4D97AC59D5AF}"/>
              </a:ext>
            </a:extLst>
          </p:cNvPr>
          <p:cNvSpPr txBox="1"/>
          <p:nvPr/>
        </p:nvSpPr>
        <p:spPr>
          <a:xfrm>
            <a:off x="198199" y="5484027"/>
            <a:ext cx="117956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Если </a:t>
            </a:r>
            <a:r>
              <a:rPr lang="en-US" dirty="0"/>
              <a:t>CSV-</a:t>
            </a:r>
            <a:r>
              <a:rPr lang="ru-RU" dirty="0"/>
              <a:t>файл не соответствует условиям загрузки (не содержит нужные столбцы, или не типы значений не </a:t>
            </a:r>
          </a:p>
          <a:p>
            <a:r>
              <a:rPr lang="ru-RU" dirty="0"/>
              <a:t>Соответствуют требуемым), пользователь получает предупреждение: </a:t>
            </a:r>
            <a:r>
              <a:rPr lang="en-US" dirty="0"/>
              <a:t>“</a:t>
            </a:r>
            <a:r>
              <a:rPr lang="ru-RU" dirty="0"/>
              <a:t>Ваш файл не соответствует условиям загрузки.</a:t>
            </a:r>
          </a:p>
          <a:p>
            <a:r>
              <a:rPr lang="ru-RU" dirty="0"/>
              <a:t>Если ошибки только в некоторых строках таблицы, эти строки удаляются.</a:t>
            </a:r>
          </a:p>
        </p:txBody>
      </p:sp>
    </p:spTree>
    <p:extLst>
      <p:ext uri="{BB962C8B-B14F-4D97-AF65-F5344CB8AC3E}">
        <p14:creationId xmlns:p14="http://schemas.microsoft.com/office/powerpoint/2010/main" val="372394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D1534-5EDF-9B15-1766-CA2524C3F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372" y="0"/>
            <a:ext cx="10515600" cy="1325563"/>
          </a:xfrm>
        </p:spPr>
        <p:txBody>
          <a:bodyPr/>
          <a:lstStyle/>
          <a:p>
            <a:r>
              <a:rPr lang="ru-RU" dirty="0"/>
              <a:t>Загрузка файлов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D49D68-1F46-2531-7D1E-A6C828F8E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02" y="1129004"/>
            <a:ext cx="9785617" cy="4194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36D438-B079-6903-087A-E42026C50EBE}"/>
              </a:ext>
            </a:extLst>
          </p:cNvPr>
          <p:cNvSpPr txBox="1"/>
          <p:nvPr/>
        </p:nvSpPr>
        <p:spPr>
          <a:xfrm>
            <a:off x="250372" y="5654350"/>
            <a:ext cx="11530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Если таблица корректная, появляется кнопка «Показать таблицу» и Чат-бот справа. </a:t>
            </a:r>
            <a:r>
              <a:rPr lang="en-US" dirty="0"/>
              <a:t>LLM </a:t>
            </a:r>
            <a:r>
              <a:rPr lang="ru-RU" dirty="0"/>
              <a:t>автоматически определяет</a:t>
            </a:r>
          </a:p>
          <a:p>
            <a:r>
              <a:rPr lang="ru-RU" dirty="0"/>
              <a:t>Категорию транзакции по её описанию.</a:t>
            </a:r>
          </a:p>
        </p:txBody>
      </p:sp>
    </p:spTree>
    <p:extLst>
      <p:ext uri="{BB962C8B-B14F-4D97-AF65-F5344CB8AC3E}">
        <p14:creationId xmlns:p14="http://schemas.microsoft.com/office/powerpoint/2010/main" val="13518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28E97-38E6-7C8B-0CDE-8CD82D4FD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298" y="318780"/>
            <a:ext cx="10515600" cy="961360"/>
          </a:xfrm>
        </p:spPr>
        <p:txBody>
          <a:bodyPr/>
          <a:lstStyle/>
          <a:p>
            <a:r>
              <a:rPr lang="ru-RU" dirty="0"/>
              <a:t>Чат-бот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5482A3-7181-D9C2-C987-6A921B7A8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274" y="1392107"/>
            <a:ext cx="10515600" cy="4971369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В чат-бот можно задавать любые вопросы про загруженные данные. Например, можно просить:</a:t>
            </a:r>
          </a:p>
          <a:p>
            <a:pPr marL="0" indent="0">
              <a:buNone/>
            </a:pPr>
            <a:endParaRPr lang="ru-RU" dirty="0"/>
          </a:p>
          <a:p>
            <a:pPr lvl="1"/>
            <a:r>
              <a:rPr lang="ru-RU" dirty="0"/>
              <a:t>показать текущий баланс</a:t>
            </a:r>
          </a:p>
          <a:p>
            <a:pPr lvl="1"/>
            <a:r>
              <a:rPr lang="ru-RU" dirty="0"/>
              <a:t>вывести сумму расходов за определённый период</a:t>
            </a:r>
          </a:p>
          <a:p>
            <a:pPr lvl="1"/>
            <a:r>
              <a:rPr lang="ru-RU" dirty="0"/>
              <a:t>показать статистику расходов по категориям за определённый период</a:t>
            </a:r>
          </a:p>
          <a:p>
            <a:pPr lvl="1"/>
            <a:r>
              <a:rPr lang="ru-RU" dirty="0"/>
              <a:t>показать статистику расходов по неделям, месяцам, годам</a:t>
            </a:r>
            <a:endParaRPr lang="en-US" dirty="0"/>
          </a:p>
          <a:p>
            <a:pPr lvl="1"/>
            <a:r>
              <a:rPr lang="ru-RU" dirty="0"/>
              <a:t>вывести топ самых больших трат за период</a:t>
            </a:r>
          </a:p>
          <a:p>
            <a:pPr lvl="1"/>
            <a:r>
              <a:rPr lang="ru-RU" dirty="0"/>
              <a:t>вывести список всех транзакций в определённой категории</a:t>
            </a:r>
          </a:p>
          <a:p>
            <a:pPr lvl="1"/>
            <a:r>
              <a:rPr lang="ru-RU" dirty="0"/>
              <a:t>дать совет по оптимизации трат на основе данных о транзакциях</a:t>
            </a:r>
          </a:p>
          <a:p>
            <a:pPr lvl="1"/>
            <a:r>
              <a:rPr lang="ru-RU" dirty="0"/>
              <a:t>вывести графики (чат-бот умеет строить: круговую диаграмму расходов, линию баланса, гистограмму распределения расходов по категориям или периодам, диаграмму </a:t>
            </a:r>
            <a:r>
              <a:rPr lang="ru-RU" dirty="0" err="1"/>
              <a:t>Парета</a:t>
            </a:r>
            <a:r>
              <a:rPr lang="ru-RU" dirty="0"/>
              <a:t>)</a:t>
            </a:r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22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170F45-73C6-5614-1D77-7892DE91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942" y="0"/>
            <a:ext cx="10515600" cy="1325563"/>
          </a:xfrm>
        </p:spPr>
        <p:txBody>
          <a:bodyPr/>
          <a:lstStyle/>
          <a:p>
            <a:r>
              <a:rPr lang="ru-RU" dirty="0"/>
              <a:t>Примеры взаимодействия с чат-ботом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E923DE7-8B9C-39E3-CE03-F377D1ACB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37" y="1325563"/>
            <a:ext cx="6302217" cy="507045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A2C09E4C-FC25-0283-DB09-71C7F08D7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069" y="1925718"/>
            <a:ext cx="5168980" cy="2783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7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CF8E7862-35CA-5E19-5CDF-61147A2792FB}"/>
              </a:ext>
            </a:extLst>
          </p:cNvPr>
          <p:cNvGrpSpPr/>
          <p:nvPr/>
        </p:nvGrpSpPr>
        <p:grpSpPr>
          <a:xfrm>
            <a:off x="290500" y="195259"/>
            <a:ext cx="5093263" cy="6186880"/>
            <a:chOff x="719708" y="262120"/>
            <a:chExt cx="4309493" cy="5851662"/>
          </a:xfrm>
        </p:grpSpPr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72EA5873-D13A-BB6C-B94F-5E7F8D5B7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9708" y="1408923"/>
              <a:ext cx="4309493" cy="4704859"/>
            </a:xfrm>
            <a:prstGeom prst="rect">
              <a:avLst/>
            </a:prstGeom>
          </p:spPr>
        </p:pic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7114B9F0-61C8-2936-3AD2-FB5CF29AB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708" y="262120"/>
              <a:ext cx="4216186" cy="1146803"/>
            </a:xfrm>
            <a:prstGeom prst="rect">
              <a:avLst/>
            </a:prstGeom>
          </p:spPr>
        </p:pic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E428EB2-500E-5508-926D-0B7DBB08E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049" y="195258"/>
            <a:ext cx="4166755" cy="605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3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AC6B3B-5679-0747-00BD-F5C67B041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53" y="176214"/>
            <a:ext cx="3879364" cy="61126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BAD0F09-797C-B095-2F76-619C8A63F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992" y="866679"/>
            <a:ext cx="3883990" cy="4181182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43A71E9-5672-C0DD-3066-4F994C072403}"/>
              </a:ext>
            </a:extLst>
          </p:cNvPr>
          <p:cNvGrpSpPr/>
          <p:nvPr/>
        </p:nvGrpSpPr>
        <p:grpSpPr>
          <a:xfrm>
            <a:off x="8028252" y="297512"/>
            <a:ext cx="3879364" cy="5748725"/>
            <a:chOff x="5098800" y="-475861"/>
            <a:chExt cx="6933358" cy="10059805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E7E5A47B-7AAE-195D-75F9-24A6F389D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98800" y="4554041"/>
              <a:ext cx="6933358" cy="5029903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EA8A66C4-459E-18B9-53FD-67F8E4580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98800" y="-475861"/>
              <a:ext cx="6906589" cy="50299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18186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236</Words>
  <Application>Microsoft Office PowerPoint</Application>
  <PresentationFormat>Широкоэкранный</PresentationFormat>
  <Paragraphs>30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Финансовый помощник</vt:lpstr>
      <vt:lpstr>Стартовая страница</vt:lpstr>
      <vt:lpstr>Загрузка файла</vt:lpstr>
      <vt:lpstr>Загрузка файлов</vt:lpstr>
      <vt:lpstr>Чат-бот</vt:lpstr>
      <vt:lpstr>Примеры взаимодействия с чат-ботом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Маргарита Зедгенизова</dc:creator>
  <cp:lastModifiedBy>Маргарита Зедгенизова</cp:lastModifiedBy>
  <cp:revision>1</cp:revision>
  <dcterms:created xsi:type="dcterms:W3CDTF">2025-10-13T15:46:38Z</dcterms:created>
  <dcterms:modified xsi:type="dcterms:W3CDTF">2025-10-13T18:01:52Z</dcterms:modified>
</cp:coreProperties>
</file>